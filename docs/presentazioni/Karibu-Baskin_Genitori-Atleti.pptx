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8A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NOSTRA SQUADRA, IN UN'APP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Karibu Baskin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è online!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Iscriviti agli allenamenti, scopri la tua squadra e resta sempre aggiornato.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telefono, in pochi tap.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genitori e atleti  ·  Baskin Montecchio Maggiore (VI)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POCHI TAP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puoi fare con l'app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037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Iscriverti agli allenamenti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69848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 la tua presenza quando le iscrizioni sono aperte.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8744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1352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56" y="22037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1352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Vedere la tua squadra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21352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Scopri in quale squadra giochi appena le formazioni sono pronte.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2856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037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2856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Consultare il calendario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72856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Allenamenti, partite ed eventi sempre a portata di mano.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7240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69848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6497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Ricevere le notifiche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069848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Promemoria e avvisi importanti direttamente sul telefono.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428744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21352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656" y="464972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21352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Seguire partite e classifiche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4721352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Risultati, marcatori, MVP e profili dei giocatori.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80248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2856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6497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72856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Rivivere i momenti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8372856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e video della squadra nella gallery.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PRIMO PASSO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Accedere è semplicissimo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8076" y="21945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96796" y="2651760"/>
            <a:ext cx="1005840" cy="10058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8" name="Text 6"/>
          <p:cNvSpPr/>
          <p:nvPr/>
        </p:nvSpPr>
        <p:spPr>
          <a:xfrm>
            <a:off x="1796796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82396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 il sito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2396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telefono o dal computer, vai all'indirizzo della squadra.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836" y="21945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91556" y="2651760"/>
            <a:ext cx="1005840" cy="10058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5591556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77156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Tocca "Accedi"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77156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l'accesso con il tuo account Google.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7596" y="21945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86316" y="2651760"/>
            <a:ext cx="1005840" cy="10058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86316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471916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 dentro!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71916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password da ricordare. Il tuo profilo è pronto.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COSA PIÙ USATA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Iscriverti a un allenamento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562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 la lista allenamenti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18541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 le date disponibili con le iscrizioni aperte.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953512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11810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352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Scegli e conferma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26440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 l'allenamento e conferma la tua presenza.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4032504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970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142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Iscrivi anche i figli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434340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genitori possono iscrivere i propri figli dal loro profilo.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7240" y="5111496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27608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093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Vedi chi c'è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691640" y="542239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l'elenco degli iscritti divisi per ruolo.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BELLO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"La tua squadra" e gli avvisi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194560"/>
            <a:ext cx="822960" cy="82296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4048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tua squadra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97280" y="36576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lo staff genera le formazioni, un banner ti mostra subito in quale squadra giochi — Arancioni, Neri o Bianchi.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20640" cy="4114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194560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4048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Notifiche utili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583680" y="36576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9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Ricevi promemoria per le iscrizioni, le convocazioni alle partite e le novità della squadra. Le attivi (o disattivi) dal tuo profilo.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Installala come app sul telefono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562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 il sito dal telefono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18541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Chrome (Android) o Safari (iPhone).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364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1821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Tocca "Aggiungi a schermata Home"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51129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menu del browser. Appare l'icona Karibu Baskin.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6908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5079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Aprila come una vera app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483717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schermo intero, veloce, anche con connessione debole.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863840" y="18745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95360" y="2377440"/>
            <a:ext cx="2057400" cy="2057400"/>
          </a:xfrm>
          <a:prstGeom prst="rect">
            <a:avLst/>
          </a:prstGeom>
          <a:solidFill>
            <a:srgbClr val="F0EBE4"/>
          </a:solidFill>
          <a:ln w="12700">
            <a:solidFill>
              <a:srgbClr val="E7E2D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834640"/>
            <a:ext cx="1143000" cy="1143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6384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Inquadra il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863840" y="49377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Inserisci qui il QR code del sito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TRANQUILLI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vostri dati sono al sicuro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3314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2860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4323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29443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sicuro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69848" y="3346704"/>
            <a:ext cx="27828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entra solo con Google: nessuna password della squadra in giro.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8744" y="2011680"/>
            <a:ext cx="33314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1352" y="22860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56" y="24323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1352" y="29443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chi serve, vede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21352" y="3346704"/>
            <a:ext cx="27828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vede solo le proprie informazioni. I dati non sono pubblici.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2011680"/>
            <a:ext cx="3331464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2856" y="22860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4323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2856" y="29443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Pensata per i minori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72856" y="3346704"/>
            <a:ext cx="27828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genitori gestiscono i figli; i collegamenti sono verificati dallo staff.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Provala stasera.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Accedi con Google e completa il tuo profilo.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Iscriviti al prossimo allenamento.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l'app alla schermata Home del telefono.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A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indirizzo del sito 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vediamo in palestra! — Karibu Baskin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0" y="1645920"/>
            <a:ext cx="1828800" cy="1828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05740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del sito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Karibu Baskin — La nostra app</dc:title>
  <dc:subject>PptxGenJS Presentation</dc:subject>
  <dc:creator>Karibu Baskin</dc:creator>
  <cp:lastModifiedBy>Karibu Baskin</cp:lastModifiedBy>
  <cp:revision>1</cp:revision>
  <dcterms:created xsi:type="dcterms:W3CDTF">2026-06-03T20:00:08Z</dcterms:created>
  <dcterms:modified xsi:type="dcterms:W3CDTF">2026-06-03T20:00:08Z</dcterms:modified>
</cp:coreProperties>
</file>