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69164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91640"/>
            <a:ext cx="7562088" cy="73152"/>
          </a:xfrm>
          <a:prstGeom prst="rect">
            <a:avLst/>
          </a:prstGeom>
          <a:solidFill>
            <a:srgbClr val="E65100"/>
          </a:solidFill>
          <a:ln/>
        </p:spPr>
      </p:sp>
      <p:pic>
        <p:nvPicPr>
          <p:cNvPr id="4" name="Image 0" descr="../..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01752"/>
            <a:ext cx="1097280" cy="109728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411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Karibu Baskin è online!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783080" y="960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8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 rapida per genitori e atleti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01368" y="129844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nostra squadra, in un'app: iscrizioni, squadre, calendario e avvisi.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COSA PUOI FARE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395728"/>
            <a:ext cx="318668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88900" dist="25400" dir="5400000">
              <a:srgbClr val="1A1A1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615184"/>
            <a:ext cx="438912" cy="438912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7249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542032"/>
            <a:ext cx="2272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Iscriverti agli allenamenti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234440" y="2852928"/>
            <a:ext cx="2272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le iscrizioni sono aperte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918204" y="2395728"/>
            <a:ext cx="318668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88900" dist="25400" dir="5400000">
              <a:srgbClr val="1A1A1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119372" y="2615184"/>
            <a:ext cx="438912" cy="438912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100" y="27249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95444" y="2542032"/>
            <a:ext cx="2272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Vedere la tua squadra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695444" y="2852928"/>
            <a:ext cx="2272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appena le formazioni sono pronte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493008"/>
            <a:ext cx="318668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88900" dist="25400" dir="5400000">
              <a:srgbClr val="1A1A1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3712464"/>
            <a:ext cx="438912" cy="438912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82219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639312"/>
            <a:ext cx="2272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Consultare il calendario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234440" y="3950208"/>
            <a:ext cx="2272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allenamenti, partite ed eventi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918204" y="3493008"/>
            <a:ext cx="318668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88900" dist="25400" dir="5400000">
              <a:srgbClr val="1A1A1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119372" y="3712464"/>
            <a:ext cx="438912" cy="438912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382219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95444" y="3639312"/>
            <a:ext cx="2272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Ricevere le notifiche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695444" y="3950208"/>
            <a:ext cx="2272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promemoria e avvisi sul telefono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477316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 INIZIARE IN 3 PASSI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57200" y="5184648"/>
            <a:ext cx="203301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88900" dist="25400" dir="5400000">
              <a:srgbClr val="1A1A1A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1181100" y="5385816"/>
            <a:ext cx="585216" cy="585216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2" name="Text 25"/>
          <p:cNvSpPr/>
          <p:nvPr/>
        </p:nvSpPr>
        <p:spPr>
          <a:xfrm>
            <a:off x="1181100" y="538581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33" name="Text 26"/>
          <p:cNvSpPr/>
          <p:nvPr/>
        </p:nvSpPr>
        <p:spPr>
          <a:xfrm>
            <a:off x="566928" y="6053328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Apri il sito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585216" y="6327648"/>
            <a:ext cx="1776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all'indirizzo della squadra dal telefono o dal PC.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2764536" y="5184648"/>
            <a:ext cx="203301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88900" dist="25400" dir="5400000">
              <a:srgbClr val="1A1A1A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488436" y="5385816"/>
            <a:ext cx="585216" cy="585216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7" name="Text 30"/>
          <p:cNvSpPr/>
          <p:nvPr/>
        </p:nvSpPr>
        <p:spPr>
          <a:xfrm>
            <a:off x="3488436" y="538581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38" name="Text 31"/>
          <p:cNvSpPr/>
          <p:nvPr/>
        </p:nvSpPr>
        <p:spPr>
          <a:xfrm>
            <a:off x="2874264" y="6053328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Accedi con Google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2892552" y="6327648"/>
            <a:ext cx="1776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tap, nessuna password da ricordare.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5071872" y="5184648"/>
            <a:ext cx="203301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88900" dist="25400" dir="5400000">
              <a:srgbClr val="1A1A1A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5795772" y="5385816"/>
            <a:ext cx="585216" cy="585216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42" name="Text 35"/>
          <p:cNvSpPr/>
          <p:nvPr/>
        </p:nvSpPr>
        <p:spPr>
          <a:xfrm>
            <a:off x="5795772" y="538581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43" name="Text 36"/>
          <p:cNvSpPr/>
          <p:nvPr/>
        </p:nvSpPr>
        <p:spPr>
          <a:xfrm>
            <a:off x="5181600" y="6053328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 l'app</a:t>
            </a:r>
            <a:endParaRPr lang="en-US" sz="1250" dirty="0"/>
          </a:p>
        </p:txBody>
      </p:sp>
      <p:sp>
        <p:nvSpPr>
          <p:cNvPr id="44" name="Text 37"/>
          <p:cNvSpPr/>
          <p:nvPr/>
        </p:nvSpPr>
        <p:spPr>
          <a:xfrm>
            <a:off x="5199888" y="6327648"/>
            <a:ext cx="1776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browser → "Aggiungi a schermata Home".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457200" y="7150608"/>
            <a:ext cx="6647688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88900" dist="25400" dir="5400000">
              <a:srgbClr val="1A1A1A">
                <a:alpha val="1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777240" y="7534656"/>
            <a:ext cx="502920" cy="502920"/>
          </a:xfrm>
          <a:prstGeom prst="ellipse">
            <a:avLst/>
          </a:prstGeom>
          <a:solidFill>
            <a:srgbClr val="121212"/>
          </a:solidFill>
          <a:ln/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7662672"/>
            <a:ext cx="246888" cy="24688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1463040" y="7379208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vostri dati sono al sicuro</a:t>
            </a:r>
            <a:endParaRPr lang="en-US" sz="1500" dirty="0"/>
          </a:p>
        </p:txBody>
      </p:sp>
      <p:sp>
        <p:nvSpPr>
          <p:cNvPr id="49" name="Text 41"/>
          <p:cNvSpPr/>
          <p:nvPr/>
        </p:nvSpPr>
        <p:spPr>
          <a:xfrm>
            <a:off x="1463040" y="7744968"/>
            <a:ext cx="5550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entra solo con Google. Ognuno vede solo le proprie informazioni. I genitori gestiscono i figli minorenni con collegamenti verificati dallo staff.</a:t>
            </a:r>
            <a:endParaRPr lang="en-US" sz="1100" dirty="0"/>
          </a:p>
        </p:txBody>
      </p:sp>
      <p:sp>
        <p:nvSpPr>
          <p:cNvPr id="50" name="Shape 42"/>
          <p:cNvSpPr/>
          <p:nvPr/>
        </p:nvSpPr>
        <p:spPr>
          <a:xfrm>
            <a:off x="457200" y="8750808"/>
            <a:ext cx="6647688" cy="1371600"/>
          </a:xfrm>
          <a:prstGeom prst="rect">
            <a:avLst/>
          </a:prstGeom>
          <a:solidFill>
            <a:srgbClr val="FFF1E6"/>
          </a:solidFill>
          <a:ln w="12700">
            <a:solidFill>
              <a:srgbClr val="FF8A50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731520" y="900684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9208008"/>
            <a:ext cx="457200" cy="457200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1828800" y="9006840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Provala stasera!</a:t>
            </a:r>
            <a:endParaRPr lang="en-US" sz="1600" dirty="0"/>
          </a:p>
        </p:txBody>
      </p:sp>
      <p:sp>
        <p:nvSpPr>
          <p:cNvPr id="54" name="Text 45"/>
          <p:cNvSpPr/>
          <p:nvPr/>
        </p:nvSpPr>
        <p:spPr>
          <a:xfrm>
            <a:off x="1828800" y="9409176"/>
            <a:ext cx="5093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Inquadra il QR o vai su: </a:t>
            </a:r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indirizzo del sito ]</a:t>
            </a:r>
            <a:endParaRPr lang="en-US" sz="1200" dirty="0"/>
          </a:p>
        </p:txBody>
      </p:sp>
      <p:sp>
        <p:nvSpPr>
          <p:cNvPr id="55" name="Text 46"/>
          <p:cNvSpPr/>
          <p:nvPr/>
        </p:nvSpPr>
        <p:spPr>
          <a:xfrm>
            <a:off x="1828800" y="9710928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Domande? Scrivi allo staff. Ci vediamo in palestra! — Karibu Baskin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Karibu Baskin — Guida rapida per genitori e atleti</dc:title>
  <dc:subject>PptxGenJS Presentation</dc:subject>
  <dc:creator>Karibu Baskin</dc:creator>
  <cp:lastModifiedBy>Karibu Baskin</cp:lastModifiedBy>
  <cp:revision>1</cp:revision>
  <dcterms:created xsi:type="dcterms:W3CDTF">2026-06-03T20:13:08Z</dcterms:created>
  <dcterms:modified xsi:type="dcterms:W3CDTF">2026-06-03T20:13:08Z</dcterms:modified>
</cp:coreProperties>
</file>