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8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PIATTAFORMA DIGITALE DELLA SQUADRA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Karibu Baskin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spazio per allenamenti, squadre, partite e comunicazione.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per Direzione e Staff tecnico.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Baskin Montecchio Maggiore (VI)  ·  Giugno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PUNTO DI PARTENZA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gestiamo la squadra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037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Iscrizioni sparse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Presenze raccolte tra messaggi, gruppi e fogli di carta. Difficile sapere chi viene davvero.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1352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56" y="2203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352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Squadre a mano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1352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Formare squadre equilibrate richiede tempo e dipende dalla memoria del coach.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2856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037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2856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Comunicazioni disperse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72856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Avvisi su più canali: qualcuno li perde, qualcuno non li riceve mai.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69848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497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Dati che si perdono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069848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presenze, statistiche e contatti non sono raccolti in un posto solo.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28744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21352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656" y="464972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21352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 dello staff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4721352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spese in organizzazione che si potrebbero dedicare al campo.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80248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2856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6497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72856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Poca visibilità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8372856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Genitori e atleti faticano a sapere date, convocazioni e novità.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SOLUZIONE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sola piattaforma, su misura per il Baskin.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installabile come app sul telefono (PWA).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con Google in un tap, ruoli e permessi per Direzione, Staff, Atleti e Genitori.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Pensata e costruita attorno alle esigenze reali della nostra squadra — non un gestionale generico.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Tutto quello che la piattaforma fa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037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Allenamenti &amp; iscrizioni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iscrizioni, presenze in tempo reale, restrizioni per ruolo o squadra.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1352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56" y="2203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352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Squadre bilanciate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1352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automatica di squadre equilibrate con sistema di rating dei giocatori.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2856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037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2856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Partite &amp; convocazioni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72856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partite, disponibilità atleti, convocazioni e copertura ruoli.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69848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497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Statistiche &amp; sviluppo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069848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Marcatori, MVP, profili giocatore e tracciamento della crescita nel tempo.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28744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21352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656" y="464972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21352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Notifiche &amp; bacheca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4721352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push, news, sondaggi: tutti informati sullo stesso canale.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80248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2856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6497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72856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Calendario &amp; Gallery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8372856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unico (allenamenti, partite, eventi) e gallery foto/video automatica.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VALORE PER LO STAFF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Squadre equilibrate in un clic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intelligente (TrueSkill)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18541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giocatore ha un livello che si aggiorna con i risultati delle partitelle.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364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82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Bilanciamento automatico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51129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distribuisce i giocatori in 2 o 3 squadre il più equilibrate possibile.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6908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507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Rispetta i ruoli del Baskin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48371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conto di ruoli e vincoli, non solo dei numeri.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223760" y="1874520"/>
            <a:ext cx="4160520" cy="4160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49808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ore a secondi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49808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tempo per comporre le squadre di un allenamento.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498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A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600" dirty="0"/>
          </a:p>
        </p:txBody>
      </p:sp>
      <p:sp>
        <p:nvSpPr>
          <p:cNvPr id="22" name="Text 17"/>
          <p:cNvSpPr/>
          <p:nvPr/>
        </p:nvSpPr>
        <p:spPr>
          <a:xfrm>
            <a:off x="7498080" y="4572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ripetibile ed equo: stesso criterio per tutti, ogni volta.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DIREZIONE E STAFF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pannello di controllo completo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7647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Allenamenti, partite ed eventi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093976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 gestisci tutto il calendario stagionale da un'unica area.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734056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8986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Squadre agonistiche e rose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04495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squadre per stagione, gironi, squadre avversarie e classifiche.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3685032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4962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6667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Utenti, ruoli e atleti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3995928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giocatori, genitori e figli, con permessi differenziati.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4636008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80060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News, sondaggi e gallery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691640" y="4946904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ufficiale e moderazione contenuti.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77240" y="5586984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75157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5686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dati e audit log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691640" y="5897880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 presenze e dati; ogni azione admin è tracciata.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 CHIAVE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e tutela dei minori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037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protetto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solo con Google. Niente password da gestire o da perdere.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1352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56" y="2203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1352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Permessi per ruolo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21352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utente vede solo ciò che gli compete. I dati sensibili sono riservati.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178308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2856" y="205740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037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2856" y="271576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Gestione genitore-figlio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72856" y="311810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genitori gestiscono i figli minorenni con richieste di collegamento verificate.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69848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497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Dati in cloud affidabile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069848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 hosting su infrastrutture professionali, con backup.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28744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21352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656" y="464972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21352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Consenso e trasparenza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4721352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 privacy e consenso cookie già integrati nel sito.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80248" y="4229100"/>
            <a:ext cx="3331464" cy="212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1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2856" y="4503420"/>
            <a:ext cx="566928" cy="56692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64972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72856" y="516178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Tracciabilità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8372856" y="5564124"/>
            <a:ext cx="27828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delle azioni amministrative per piena responsabilità.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SOSTENIBILITÀ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Costi di gestione contenuti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parte sui piani gratuiti dei servizi cloud. I costi crescono solo con l'uso reale.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07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Voce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 cosa serve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Costo indicativo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&amp; sito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Pubblicazione e funzionamento dell'app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all'avvio*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Iscrizioni, utenti, statistiche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all'avvio*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&amp; notifiche push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Conferme e promemoria automatici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all'avvio*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Archivio foto (Gallery)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Immagini mirrorate da Instagram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all'avvio*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(es. karibubaskin.it)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web ufficiale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~10–15 € / anno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Piani gratuiti adeguati a una squadra; eventuali costi solo a crescita di traffico/spazio. Cifre da confermare in fase di avvio.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PARTIRE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serve dalla Società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7647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libera al progetto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093976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 della Direzione per renderlo lo strumento ufficiale della squadra.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734056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8986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Instagram Business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04495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alimentare automaticamente la gallery foto del sito.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3685032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4962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6667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Contenuti ufficiali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3995928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in alta risoluzione, sponsor, prime news e foto delle squadre.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4636008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80060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 sul dominio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691640" y="4946904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dell'indirizzo web ufficiale (es. karibubaskin.it).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77240" y="5586984"/>
            <a:ext cx="640080" cy="64008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75157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5686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Referenti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691640" y="5897880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nello staff gestirà allenamenti, partite e comunicazioni.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Pronti a portare la squadra online.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 richiesta: adottare la piattaforma come strumento ufficiale.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Subito dopo: raccolta contenuti e configurazione iniziale.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Poi: presentazione e lancio per genitori e atleti.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Grazie. — Karibu Baskin · Montecchio Maggiore (VI)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Karibu Baskin — Presentazione Direzione e Staff</dc:title>
  <dc:subject>PptxGenJS Presentation</dc:subject>
  <dc:creator>Karibu Baskin</dc:creator>
  <cp:lastModifiedBy>Karibu Baskin</cp:lastModifiedBy>
  <cp:revision>1</cp:revision>
  <dcterms:created xsi:type="dcterms:W3CDTF">2026-06-03T20:00:08Z</dcterms:created>
  <dcterms:modified xsi:type="dcterms:W3CDTF">2026-06-03T20:00:08Z</dcterms:modified>
</cp:coreProperties>
</file>